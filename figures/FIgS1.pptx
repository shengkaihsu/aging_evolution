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9200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5"/>
  </p:normalViewPr>
  <p:slideViewPr>
    <p:cSldViewPr snapToGrid="0">
      <p:cViewPr varScale="1">
        <p:scale>
          <a:sx n="63" d="100"/>
          <a:sy n="63" d="100"/>
        </p:scale>
        <p:origin x="330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1767462"/>
            <a:ext cx="6732032" cy="3759917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5672376"/>
            <a:ext cx="5940029" cy="2607442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2665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7513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2692444"/>
            <a:ext cx="6831033" cy="4492401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7227345"/>
            <a:ext cx="6831033" cy="2362447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82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548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2874937"/>
            <a:ext cx="3366016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2874937"/>
            <a:ext cx="3366016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0545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574990"/>
            <a:ext cx="6831033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2647443"/>
            <a:ext cx="3350547" cy="1297471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3944914"/>
            <a:ext cx="3350547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2647443"/>
            <a:ext cx="3367048" cy="1297471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3944914"/>
            <a:ext cx="3367048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4064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3382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14645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719984"/>
            <a:ext cx="2554418" cy="2519945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1554968"/>
            <a:ext cx="4009519" cy="7674832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3239929"/>
            <a:ext cx="2554418" cy="6002369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008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719984"/>
            <a:ext cx="2554418" cy="2519945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1554968"/>
            <a:ext cx="4009519" cy="7674832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3239929"/>
            <a:ext cx="2554418" cy="6002369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83811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4457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574987"/>
            <a:ext cx="1707758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574987"/>
            <a:ext cx="5024274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614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574990"/>
            <a:ext cx="6831033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2874937"/>
            <a:ext cx="6831033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10009783"/>
            <a:ext cx="178200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65206-5978-0D4E-A93B-0C64351978F6}" type="datetimeFigureOut">
              <a:rPr lang="en-TW" smtClean="0"/>
              <a:t>2026/1/12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10009783"/>
            <a:ext cx="267301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10009783"/>
            <a:ext cx="178200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BCF96-3016-FE40-8EE7-B412B869A5B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472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boxes&#10;&#10;AI-generated content may be incorrect.">
            <a:extLst>
              <a:ext uri="{FF2B5EF4-FFF2-40B4-BE49-F238E27FC236}">
                <a16:creationId xmlns:a16="http://schemas.microsoft.com/office/drawing/2014/main" id="{EE7DC0CE-8DC1-9693-9D25-77BFB153C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8" y="121920"/>
            <a:ext cx="7728612" cy="5328000"/>
          </a:xfrm>
          <a:prstGeom prst="rect">
            <a:avLst/>
          </a:prstGeom>
        </p:spPr>
      </p:pic>
      <p:pic>
        <p:nvPicPr>
          <p:cNvPr id="7" name="Picture 6" descr="A graph of different colored boxes&#10;&#10;AI-generated content may be incorrect.">
            <a:extLst>
              <a:ext uri="{FF2B5EF4-FFF2-40B4-BE49-F238E27FC236}">
                <a16:creationId xmlns:a16="http://schemas.microsoft.com/office/drawing/2014/main" id="{A9195427-D696-014C-B741-41D314520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8" y="5542121"/>
            <a:ext cx="7728612" cy="532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8A91D3-66FB-3A40-D928-8B148E00DE64}"/>
              </a:ext>
            </a:extLst>
          </p:cNvPr>
          <p:cNvSpPr txBox="1"/>
          <p:nvPr/>
        </p:nvSpPr>
        <p:spPr>
          <a:xfrm>
            <a:off x="0" y="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15E3F-0DA5-9CA9-D33B-94E9BF021181}"/>
              </a:ext>
            </a:extLst>
          </p:cNvPr>
          <p:cNvSpPr txBox="1"/>
          <p:nvPr/>
        </p:nvSpPr>
        <p:spPr>
          <a:xfrm>
            <a:off x="0" y="548010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9A015-4E61-ED18-F063-D79B8719AC16}"/>
              </a:ext>
            </a:extLst>
          </p:cNvPr>
          <p:cNvSpPr txBox="1"/>
          <p:nvPr/>
        </p:nvSpPr>
        <p:spPr>
          <a:xfrm>
            <a:off x="3173931" y="59906"/>
            <a:ext cx="216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TW" dirty="0">
                <a:latin typeface="Arial" panose="020B0604020202020204" pitchFamily="34" charset="0"/>
                <a:cs typeface="Arial" panose="020B0604020202020204" pitchFamily="34" charset="0"/>
              </a:rPr>
              <a:t>ot CGE (28/18°C)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BBE00-D90B-C84B-B676-ABDE0DF263E3}"/>
              </a:ext>
            </a:extLst>
          </p:cNvPr>
          <p:cNvSpPr txBox="1"/>
          <p:nvPr/>
        </p:nvSpPr>
        <p:spPr>
          <a:xfrm>
            <a:off x="3116224" y="5542121"/>
            <a:ext cx="2278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Cold</a:t>
            </a:r>
            <a:r>
              <a:rPr lang="en-TW" dirty="0">
                <a:latin typeface="Arial" panose="020B0604020202020204" pitchFamily="34" charset="0"/>
                <a:cs typeface="Arial" panose="020B0604020202020204" pitchFamily="34" charset="0"/>
              </a:rPr>
              <a:t> CGE (20/10°C)</a:t>
            </a:r>
          </a:p>
        </p:txBody>
      </p:sp>
    </p:spTree>
    <p:extLst>
      <p:ext uri="{BB962C8B-B14F-4D97-AF65-F5344CB8AC3E}">
        <p14:creationId xmlns:p14="http://schemas.microsoft.com/office/powerpoint/2010/main" val="250793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17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Wei-Yun Lai</dc:creator>
  <cp:lastModifiedBy>Wei-Yun Lai</cp:lastModifiedBy>
  <cp:revision>1</cp:revision>
  <dcterms:created xsi:type="dcterms:W3CDTF">2026-01-12T23:24:52Z</dcterms:created>
  <dcterms:modified xsi:type="dcterms:W3CDTF">2026-01-12T23:29:51Z</dcterms:modified>
</cp:coreProperties>
</file>