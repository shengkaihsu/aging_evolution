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759450" cy="71993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1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 snapToObjects="1" showGuides="1">
      <p:cViewPr varScale="1">
        <p:scale>
          <a:sx n="99" d="100"/>
          <a:sy n="99" d="100"/>
        </p:scale>
        <p:origin x="3056" y="192"/>
      </p:cViewPr>
      <p:guideLst>
        <p:guide orient="horz" pos="2268"/>
        <p:guide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1178222"/>
            <a:ext cx="4895533" cy="250642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3781306"/>
            <a:ext cx="4319588" cy="1738167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4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0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794831"/>
            <a:ext cx="4967526" cy="2994714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4817876"/>
            <a:ext cx="4967526" cy="1574849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/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916484"/>
            <a:ext cx="2447766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916484"/>
            <a:ext cx="2447766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2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83299"/>
            <a:ext cx="4967526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764832"/>
            <a:ext cx="2436517" cy="864917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2629749"/>
            <a:ext cx="2436517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764832"/>
            <a:ext cx="2448516" cy="864917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2629749"/>
            <a:ext cx="244851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7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50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79954"/>
            <a:ext cx="1857573" cy="1679840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1036570"/>
            <a:ext cx="2915722" cy="5116178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159794"/>
            <a:ext cx="1857573" cy="4001285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79954"/>
            <a:ext cx="1857573" cy="1679840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1036570"/>
            <a:ext cx="2915722" cy="5116178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159794"/>
            <a:ext cx="1857573" cy="4001285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9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1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383297"/>
            <a:ext cx="1241881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383297"/>
            <a:ext cx="3653651" cy="61010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8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383299"/>
            <a:ext cx="4967526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916484"/>
            <a:ext cx="4967526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6672698"/>
            <a:ext cx="129587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92744-0317-E946-91DA-0FE0C0382729}" type="datetimeFigureOut">
              <a:rPr lang="en-US" smtClean="0"/>
              <a:t>12/22/22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6672698"/>
            <a:ext cx="194381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6672698"/>
            <a:ext cx="129587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32073-3F28-9144-AC7E-4AA5F16B8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6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1FC08E-D6FA-F449-96D8-A4B6FE109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492"/>
            <a:ext cx="5759450" cy="3836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A2AC0-9929-DF41-BAF3-CEC0D375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69596"/>
            <a:ext cx="5759450" cy="2878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BE4786-C6B2-7E48-9CE2-93AE97B683DD}"/>
              </a:ext>
            </a:extLst>
          </p:cNvPr>
          <p:cNvSpPr txBox="1"/>
          <p:nvPr/>
        </p:nvSpPr>
        <p:spPr>
          <a:xfrm>
            <a:off x="25760" y="-2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9ABA0-7466-B047-95AA-67BE3FCBC27F}"/>
              </a:ext>
            </a:extLst>
          </p:cNvPr>
          <p:cNvSpPr txBox="1"/>
          <p:nvPr/>
        </p:nvSpPr>
        <p:spPr>
          <a:xfrm>
            <a:off x="25760" y="386181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7664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Sheng-Kai Hsu</dc:creator>
  <cp:lastModifiedBy>Sheng-Kai Hsu</cp:lastModifiedBy>
  <cp:revision>1</cp:revision>
  <dcterms:created xsi:type="dcterms:W3CDTF">2022-12-22T19:55:38Z</dcterms:created>
  <dcterms:modified xsi:type="dcterms:W3CDTF">2022-12-22T19:58:29Z</dcterms:modified>
</cp:coreProperties>
</file>