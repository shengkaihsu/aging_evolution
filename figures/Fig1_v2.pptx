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  <a:srgbClr val="FF9300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43"/>
  </p:normalViewPr>
  <p:slideViewPr>
    <p:cSldViewPr snapToGrid="0" snapToObjects="1" showGuides="1">
      <p:cViewPr>
        <p:scale>
          <a:sx n="290" d="100"/>
          <a:sy n="290" d="100"/>
        </p:scale>
        <p:origin x="-592" y="-7872"/>
      </p:cViewPr>
      <p:guideLst>
        <p:guide orient="horz" pos="2268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239F81-4962-2B47-967C-60928CBB962C}" type="doc">
      <dgm:prSet loTypeId="urn:microsoft.com/office/officeart/2005/8/layout/cycle3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3E89F4F-746B-8849-B9B5-90966D78268C}">
      <dgm:prSet phldrT="[Text]" custT="1"/>
      <dgm:spPr/>
      <dgm:t>
        <a:bodyPr/>
        <a:lstStyle/>
        <a:p>
          <a:r>
            <a:rPr lang="en-US" sz="1000" dirty="0"/>
            <a:t>Egg lays</a:t>
          </a:r>
        </a:p>
      </dgm:t>
    </dgm:pt>
    <dgm:pt modelId="{89F313B6-D295-AE4A-9754-4E670A61B9E1}" type="parTrans" cxnId="{ED9DEAB5-4A04-A248-BD40-0C9B2A518D51}">
      <dgm:prSet/>
      <dgm:spPr/>
      <dgm:t>
        <a:bodyPr/>
        <a:lstStyle/>
        <a:p>
          <a:endParaRPr lang="en-US" sz="1000"/>
        </a:p>
      </dgm:t>
    </dgm:pt>
    <dgm:pt modelId="{EEBE0748-F69E-FB49-A3C1-C37A597A199C}" type="sibTrans" cxnId="{ED9DEAB5-4A04-A248-BD40-0C9B2A518D51}">
      <dgm:prSet/>
      <dgm:spPr/>
      <dgm:t>
        <a:bodyPr/>
        <a:lstStyle/>
        <a:p>
          <a:endParaRPr lang="en-US" sz="1000"/>
        </a:p>
      </dgm:t>
    </dgm:pt>
    <dgm:pt modelId="{E9B32664-24F9-2245-840C-58463F8E10C9}">
      <dgm:prSet phldrT="[Text]" custT="1"/>
      <dgm:spPr/>
      <dgm:t>
        <a:bodyPr/>
        <a:lstStyle/>
        <a:p>
          <a:r>
            <a:rPr lang="en-US" sz="1000" dirty="0"/>
            <a:t>Egg-to-adult development</a:t>
          </a:r>
        </a:p>
      </dgm:t>
    </dgm:pt>
    <dgm:pt modelId="{8EA67937-D8F9-3F48-89A0-6D5563A6195B}" type="parTrans" cxnId="{0C3F48BC-E2D8-254C-8D7A-585B09CF0F28}">
      <dgm:prSet/>
      <dgm:spPr/>
      <dgm:t>
        <a:bodyPr/>
        <a:lstStyle/>
        <a:p>
          <a:endParaRPr lang="en-US" sz="1000"/>
        </a:p>
      </dgm:t>
    </dgm:pt>
    <dgm:pt modelId="{55797231-FB2C-B243-B23C-8AC6F457ACE9}" type="sibTrans" cxnId="{0C3F48BC-E2D8-254C-8D7A-585B09CF0F28}">
      <dgm:prSet/>
      <dgm:spPr/>
      <dgm:t>
        <a:bodyPr/>
        <a:lstStyle/>
        <a:p>
          <a:endParaRPr lang="en-US" sz="1000"/>
        </a:p>
      </dgm:t>
    </dgm:pt>
    <dgm:pt modelId="{C4515DEB-5A58-0E41-BB30-C0A009A85DD8}">
      <dgm:prSet phldrT="[Text]" custT="1"/>
      <dgm:spPr/>
      <dgm:t>
        <a:bodyPr/>
        <a:lstStyle/>
        <a:p>
          <a:r>
            <a:rPr lang="en-US" sz="1000" dirty="0"/>
            <a:t>adults </a:t>
          </a:r>
          <a:r>
            <a:rPr lang="en-US" sz="1000" dirty="0" err="1"/>
            <a:t>eclosure</a:t>
          </a:r>
          <a:endParaRPr lang="en-US" sz="1000" dirty="0"/>
        </a:p>
      </dgm:t>
    </dgm:pt>
    <dgm:pt modelId="{54F2630E-5CEE-7948-8262-8535DE0DB928}" type="parTrans" cxnId="{C0F7165D-8DC8-DF48-A22D-01D316B2B01A}">
      <dgm:prSet/>
      <dgm:spPr/>
      <dgm:t>
        <a:bodyPr/>
        <a:lstStyle/>
        <a:p>
          <a:endParaRPr lang="en-US" sz="1000"/>
        </a:p>
      </dgm:t>
    </dgm:pt>
    <dgm:pt modelId="{F8A06185-FDD9-1C47-975A-E0E3D053EDB1}" type="sibTrans" cxnId="{C0F7165D-8DC8-DF48-A22D-01D316B2B01A}">
      <dgm:prSet/>
      <dgm:spPr/>
      <dgm:t>
        <a:bodyPr/>
        <a:lstStyle/>
        <a:p>
          <a:endParaRPr lang="en-US" sz="1000"/>
        </a:p>
      </dgm:t>
    </dgm:pt>
    <dgm:pt modelId="{B99242CD-2D9C-534C-891B-4A52083DCE81}">
      <dgm:prSet phldrT="[Text]" custT="1"/>
      <dgm:spPr/>
      <dgm:t>
        <a:bodyPr/>
        <a:lstStyle/>
        <a:p>
          <a:r>
            <a:rPr lang="en-US" sz="1000" dirty="0"/>
            <a:t>mating</a:t>
          </a:r>
        </a:p>
      </dgm:t>
    </dgm:pt>
    <dgm:pt modelId="{FE4EC294-478D-B143-A5CF-0B6016685BCD}" type="parTrans" cxnId="{5D76C40B-D4C2-F34B-B83A-6D681FF56FE8}">
      <dgm:prSet/>
      <dgm:spPr/>
      <dgm:t>
        <a:bodyPr/>
        <a:lstStyle/>
        <a:p>
          <a:endParaRPr lang="en-US" sz="1000"/>
        </a:p>
      </dgm:t>
    </dgm:pt>
    <dgm:pt modelId="{D7715AD9-3D48-8241-923E-94DB5D526386}" type="sibTrans" cxnId="{5D76C40B-D4C2-F34B-B83A-6D681FF56FE8}">
      <dgm:prSet/>
      <dgm:spPr/>
      <dgm:t>
        <a:bodyPr/>
        <a:lstStyle/>
        <a:p>
          <a:endParaRPr lang="en-US" sz="1000"/>
        </a:p>
      </dgm:t>
    </dgm:pt>
    <dgm:pt modelId="{4B753C09-0ADD-C949-B4C1-030CBA550645}" type="pres">
      <dgm:prSet presAssocID="{7D239F81-4962-2B47-967C-60928CBB962C}" presName="Name0" presStyleCnt="0">
        <dgm:presLayoutVars>
          <dgm:dir/>
          <dgm:resizeHandles val="exact"/>
        </dgm:presLayoutVars>
      </dgm:prSet>
      <dgm:spPr/>
    </dgm:pt>
    <dgm:pt modelId="{897125DC-73F5-254B-A503-7E60A6AB9D02}" type="pres">
      <dgm:prSet presAssocID="{7D239F81-4962-2B47-967C-60928CBB962C}" presName="cycle" presStyleCnt="0"/>
      <dgm:spPr/>
    </dgm:pt>
    <dgm:pt modelId="{7FF1CD0D-9B28-9740-A454-578B3DD56C49}" type="pres">
      <dgm:prSet presAssocID="{F3E89F4F-746B-8849-B9B5-90966D78268C}" presName="nodeFirstNode" presStyleLbl="node1" presStyleIdx="0" presStyleCnt="4">
        <dgm:presLayoutVars>
          <dgm:bulletEnabled val="1"/>
        </dgm:presLayoutVars>
      </dgm:prSet>
      <dgm:spPr/>
    </dgm:pt>
    <dgm:pt modelId="{8D1CB73A-4D01-AF45-A2E6-F5839ACEA3B1}" type="pres">
      <dgm:prSet presAssocID="{EEBE0748-F69E-FB49-A3C1-C37A597A199C}" presName="sibTransFirstNode" presStyleLbl="bgShp" presStyleIdx="0" presStyleCnt="1"/>
      <dgm:spPr/>
    </dgm:pt>
    <dgm:pt modelId="{A6438D42-7BB0-FC40-8F89-ED16E2B22845}" type="pres">
      <dgm:prSet presAssocID="{E9B32664-24F9-2245-840C-58463F8E10C9}" presName="nodeFollowingNodes" presStyleLbl="node1" presStyleIdx="1" presStyleCnt="4">
        <dgm:presLayoutVars>
          <dgm:bulletEnabled val="1"/>
        </dgm:presLayoutVars>
      </dgm:prSet>
      <dgm:spPr/>
    </dgm:pt>
    <dgm:pt modelId="{CBCCAA12-A42D-3146-8A2F-DE9599110F32}" type="pres">
      <dgm:prSet presAssocID="{C4515DEB-5A58-0E41-BB30-C0A009A85DD8}" presName="nodeFollowingNodes" presStyleLbl="node1" presStyleIdx="2" presStyleCnt="4">
        <dgm:presLayoutVars>
          <dgm:bulletEnabled val="1"/>
        </dgm:presLayoutVars>
      </dgm:prSet>
      <dgm:spPr/>
    </dgm:pt>
    <dgm:pt modelId="{A73AB552-EE32-B847-A136-0FFD0B0BE13A}" type="pres">
      <dgm:prSet presAssocID="{B99242CD-2D9C-534C-891B-4A52083DCE81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5D76C40B-D4C2-F34B-B83A-6D681FF56FE8}" srcId="{7D239F81-4962-2B47-967C-60928CBB962C}" destId="{B99242CD-2D9C-534C-891B-4A52083DCE81}" srcOrd="3" destOrd="0" parTransId="{FE4EC294-478D-B143-A5CF-0B6016685BCD}" sibTransId="{D7715AD9-3D48-8241-923E-94DB5D526386}"/>
    <dgm:cxn modelId="{F4D2E62E-8AA1-6342-8566-CAAEA782D32C}" type="presOf" srcId="{B99242CD-2D9C-534C-891B-4A52083DCE81}" destId="{A73AB552-EE32-B847-A136-0FFD0B0BE13A}" srcOrd="0" destOrd="0" presId="urn:microsoft.com/office/officeart/2005/8/layout/cycle3"/>
    <dgm:cxn modelId="{6745DF49-C76E-9A4F-BF13-E02C73ED73B2}" type="presOf" srcId="{F3E89F4F-746B-8849-B9B5-90966D78268C}" destId="{7FF1CD0D-9B28-9740-A454-578B3DD56C49}" srcOrd="0" destOrd="0" presId="urn:microsoft.com/office/officeart/2005/8/layout/cycle3"/>
    <dgm:cxn modelId="{151A8A58-56DE-954A-BEE4-5789CCE54505}" type="presOf" srcId="{EEBE0748-F69E-FB49-A3C1-C37A597A199C}" destId="{8D1CB73A-4D01-AF45-A2E6-F5839ACEA3B1}" srcOrd="0" destOrd="0" presId="urn:microsoft.com/office/officeart/2005/8/layout/cycle3"/>
    <dgm:cxn modelId="{C0F7165D-8DC8-DF48-A22D-01D316B2B01A}" srcId="{7D239F81-4962-2B47-967C-60928CBB962C}" destId="{C4515DEB-5A58-0E41-BB30-C0A009A85DD8}" srcOrd="2" destOrd="0" parTransId="{54F2630E-5CEE-7948-8262-8535DE0DB928}" sibTransId="{F8A06185-FDD9-1C47-975A-E0E3D053EDB1}"/>
    <dgm:cxn modelId="{CC763169-159D-A44A-BABB-4584E42CC16B}" type="presOf" srcId="{E9B32664-24F9-2245-840C-58463F8E10C9}" destId="{A6438D42-7BB0-FC40-8F89-ED16E2B22845}" srcOrd="0" destOrd="0" presId="urn:microsoft.com/office/officeart/2005/8/layout/cycle3"/>
    <dgm:cxn modelId="{5C891A9B-1F54-304A-B2C2-FBBD9B73D87B}" type="presOf" srcId="{7D239F81-4962-2B47-967C-60928CBB962C}" destId="{4B753C09-0ADD-C949-B4C1-030CBA550645}" srcOrd="0" destOrd="0" presId="urn:microsoft.com/office/officeart/2005/8/layout/cycle3"/>
    <dgm:cxn modelId="{FE70CDAC-3F4E-D245-AB27-63E5DDB1B581}" type="presOf" srcId="{C4515DEB-5A58-0E41-BB30-C0A009A85DD8}" destId="{CBCCAA12-A42D-3146-8A2F-DE9599110F32}" srcOrd="0" destOrd="0" presId="urn:microsoft.com/office/officeart/2005/8/layout/cycle3"/>
    <dgm:cxn modelId="{ED9DEAB5-4A04-A248-BD40-0C9B2A518D51}" srcId="{7D239F81-4962-2B47-967C-60928CBB962C}" destId="{F3E89F4F-746B-8849-B9B5-90966D78268C}" srcOrd="0" destOrd="0" parTransId="{89F313B6-D295-AE4A-9754-4E670A61B9E1}" sibTransId="{EEBE0748-F69E-FB49-A3C1-C37A597A199C}"/>
    <dgm:cxn modelId="{0C3F48BC-E2D8-254C-8D7A-585B09CF0F28}" srcId="{7D239F81-4962-2B47-967C-60928CBB962C}" destId="{E9B32664-24F9-2245-840C-58463F8E10C9}" srcOrd="1" destOrd="0" parTransId="{8EA67937-D8F9-3F48-89A0-6D5563A6195B}" sibTransId="{55797231-FB2C-B243-B23C-8AC6F457ACE9}"/>
    <dgm:cxn modelId="{7D624365-F8AF-F04D-8057-33A56D29D3A8}" type="presParOf" srcId="{4B753C09-0ADD-C949-B4C1-030CBA550645}" destId="{897125DC-73F5-254B-A503-7E60A6AB9D02}" srcOrd="0" destOrd="0" presId="urn:microsoft.com/office/officeart/2005/8/layout/cycle3"/>
    <dgm:cxn modelId="{6C3412E5-76AE-9549-81B2-9353E632A8F6}" type="presParOf" srcId="{897125DC-73F5-254B-A503-7E60A6AB9D02}" destId="{7FF1CD0D-9B28-9740-A454-578B3DD56C49}" srcOrd="0" destOrd="0" presId="urn:microsoft.com/office/officeart/2005/8/layout/cycle3"/>
    <dgm:cxn modelId="{109717E7-5F6A-5B46-8938-42652186C1BC}" type="presParOf" srcId="{897125DC-73F5-254B-A503-7E60A6AB9D02}" destId="{8D1CB73A-4D01-AF45-A2E6-F5839ACEA3B1}" srcOrd="1" destOrd="0" presId="urn:microsoft.com/office/officeart/2005/8/layout/cycle3"/>
    <dgm:cxn modelId="{2F5D3B0A-E685-0A41-8EF6-36FFEDE5AE3B}" type="presParOf" srcId="{897125DC-73F5-254B-A503-7E60A6AB9D02}" destId="{A6438D42-7BB0-FC40-8F89-ED16E2B22845}" srcOrd="2" destOrd="0" presId="urn:microsoft.com/office/officeart/2005/8/layout/cycle3"/>
    <dgm:cxn modelId="{B5E35041-3995-6A41-871C-C5AD101C9D02}" type="presParOf" srcId="{897125DC-73F5-254B-A503-7E60A6AB9D02}" destId="{CBCCAA12-A42D-3146-8A2F-DE9599110F32}" srcOrd="3" destOrd="0" presId="urn:microsoft.com/office/officeart/2005/8/layout/cycle3"/>
    <dgm:cxn modelId="{09D0E032-C1A5-734F-9D89-3E7F43165BC4}" type="presParOf" srcId="{897125DC-73F5-254B-A503-7E60A6AB9D02}" destId="{A73AB552-EE32-B847-A136-0FFD0B0BE13A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CB73A-4D01-AF45-A2E6-F5839ACEA3B1}">
      <dsp:nvSpPr>
        <dsp:cNvPr id="0" name=""/>
        <dsp:cNvSpPr/>
      </dsp:nvSpPr>
      <dsp:spPr>
        <a:xfrm>
          <a:off x="707351" y="-14986"/>
          <a:ext cx="1867429" cy="1867429"/>
        </a:xfrm>
        <a:prstGeom prst="circularArrow">
          <a:avLst>
            <a:gd name="adj1" fmla="val 4668"/>
            <a:gd name="adj2" fmla="val 272909"/>
            <a:gd name="adj3" fmla="val 13304910"/>
            <a:gd name="adj4" fmla="val 17716881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1CD0D-9B28-9740-A454-578B3DD56C49}">
      <dsp:nvSpPr>
        <dsp:cNvPr id="0" name=""/>
        <dsp:cNvSpPr/>
      </dsp:nvSpPr>
      <dsp:spPr>
        <a:xfrm>
          <a:off x="1097783" y="57"/>
          <a:ext cx="1086565" cy="5432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Egg lays</a:t>
          </a:r>
        </a:p>
      </dsp:txBody>
      <dsp:txXfrm>
        <a:off x="1124304" y="26578"/>
        <a:ext cx="1033523" cy="490240"/>
      </dsp:txXfrm>
    </dsp:sp>
    <dsp:sp modelId="{A6438D42-7BB0-FC40-8F89-ED16E2B22845}">
      <dsp:nvSpPr>
        <dsp:cNvPr id="0" name=""/>
        <dsp:cNvSpPr/>
      </dsp:nvSpPr>
      <dsp:spPr>
        <a:xfrm>
          <a:off x="1768314" y="670588"/>
          <a:ext cx="1086565" cy="5432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Egg-to-adult development</a:t>
          </a:r>
        </a:p>
      </dsp:txBody>
      <dsp:txXfrm>
        <a:off x="1794835" y="697109"/>
        <a:ext cx="1033523" cy="490240"/>
      </dsp:txXfrm>
    </dsp:sp>
    <dsp:sp modelId="{CBCCAA12-A42D-3146-8A2F-DE9599110F32}">
      <dsp:nvSpPr>
        <dsp:cNvPr id="0" name=""/>
        <dsp:cNvSpPr/>
      </dsp:nvSpPr>
      <dsp:spPr>
        <a:xfrm>
          <a:off x="1097783" y="1341119"/>
          <a:ext cx="1086565" cy="5432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adults </a:t>
          </a:r>
          <a:r>
            <a:rPr lang="en-US" sz="1000" kern="1200" dirty="0" err="1"/>
            <a:t>eclosure</a:t>
          </a:r>
          <a:endParaRPr lang="en-US" sz="1000" kern="1200" dirty="0"/>
        </a:p>
      </dsp:txBody>
      <dsp:txXfrm>
        <a:off x="1124304" y="1367640"/>
        <a:ext cx="1033523" cy="490240"/>
      </dsp:txXfrm>
    </dsp:sp>
    <dsp:sp modelId="{A73AB552-EE32-B847-A136-0FFD0B0BE13A}">
      <dsp:nvSpPr>
        <dsp:cNvPr id="0" name=""/>
        <dsp:cNvSpPr/>
      </dsp:nvSpPr>
      <dsp:spPr>
        <a:xfrm>
          <a:off x="427252" y="670588"/>
          <a:ext cx="1086565" cy="5432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mating</a:t>
          </a:r>
        </a:p>
      </dsp:txBody>
      <dsp:txXfrm>
        <a:off x="453773" y="697109"/>
        <a:ext cx="1033523" cy="490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0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7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0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2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1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3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9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9EDE6-F267-154B-AD78-5880C6BBF2FE}" type="datetimeFigureOut">
              <a:rPr lang="en-US" smtClean="0"/>
              <a:t>7/14/23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5A808-638D-F740-BDCA-5687A79FC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5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roup 309">
            <a:extLst>
              <a:ext uri="{FF2B5EF4-FFF2-40B4-BE49-F238E27FC236}">
                <a16:creationId xmlns:a16="http://schemas.microsoft.com/office/drawing/2014/main" id="{ED05A6E3-1EFE-A84B-B4ED-51C894EE8D26}"/>
              </a:ext>
            </a:extLst>
          </p:cNvPr>
          <p:cNvGrpSpPr/>
          <p:nvPr/>
        </p:nvGrpSpPr>
        <p:grpSpPr>
          <a:xfrm>
            <a:off x="235016" y="386130"/>
            <a:ext cx="2951113" cy="1949994"/>
            <a:chOff x="271592" y="386130"/>
            <a:chExt cx="2951113" cy="19499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AFCE7B-777A-2B45-882D-9C7CE03F9B52}"/>
                </a:ext>
              </a:extLst>
            </p:cNvPr>
            <p:cNvSpPr/>
            <p:nvPr/>
          </p:nvSpPr>
          <p:spPr>
            <a:xfrm>
              <a:off x="1515045" y="496015"/>
              <a:ext cx="1676400" cy="141256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67C8DE1-2324-C740-8437-36C50C0CEAF1}"/>
                </a:ext>
              </a:extLst>
            </p:cNvPr>
            <p:cNvCxnSpPr/>
            <p:nvPr/>
          </p:nvCxnSpPr>
          <p:spPr>
            <a:xfrm flipV="1">
              <a:off x="637088" y="496014"/>
              <a:ext cx="0" cy="14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F4B9AC7-EC5D-D540-A2A8-0BDA321F6618}"/>
                </a:ext>
              </a:extLst>
            </p:cNvPr>
            <p:cNvCxnSpPr>
              <a:cxnSpLocks/>
            </p:cNvCxnSpPr>
            <p:nvPr/>
          </p:nvCxnSpPr>
          <p:spPr>
            <a:xfrm>
              <a:off x="627944" y="1917726"/>
              <a:ext cx="25635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70E7DB-05B0-4940-AC80-6F8F310B7DCB}"/>
                </a:ext>
              </a:extLst>
            </p:cNvPr>
            <p:cNvCxnSpPr/>
            <p:nvPr/>
          </p:nvCxnSpPr>
          <p:spPr>
            <a:xfrm>
              <a:off x="637088" y="1014907"/>
              <a:ext cx="7499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F991006-C7C1-DB4E-8EE0-A99DC0BA4D8E}"/>
                </a:ext>
              </a:extLst>
            </p:cNvPr>
            <p:cNvSpPr/>
            <p:nvPr/>
          </p:nvSpPr>
          <p:spPr>
            <a:xfrm>
              <a:off x="1377885" y="1014907"/>
              <a:ext cx="1673352" cy="868680"/>
            </a:xfrm>
            <a:custGeom>
              <a:avLst/>
              <a:gdLst>
                <a:gd name="connsiteX0" fmla="*/ 0 w 1673352"/>
                <a:gd name="connsiteY0" fmla="*/ 0 h 868680"/>
                <a:gd name="connsiteX1" fmla="*/ 704088 w 1673352"/>
                <a:gd name="connsiteY1" fmla="*/ 667512 h 868680"/>
                <a:gd name="connsiteX2" fmla="*/ 1673352 w 1673352"/>
                <a:gd name="connsiteY2" fmla="*/ 868680 h 86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3352" h="868680">
                  <a:moveTo>
                    <a:pt x="0" y="0"/>
                  </a:moveTo>
                  <a:cubicBezTo>
                    <a:pt x="212598" y="261366"/>
                    <a:pt x="425196" y="522732"/>
                    <a:pt x="704088" y="667512"/>
                  </a:cubicBezTo>
                  <a:cubicBezTo>
                    <a:pt x="982980" y="812292"/>
                    <a:pt x="1328166" y="840486"/>
                    <a:pt x="1673352" y="86868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B3A16A-F011-8349-BF29-36021EF38DDC}"/>
                </a:ext>
              </a:extLst>
            </p:cNvPr>
            <p:cNvSpPr txBox="1"/>
            <p:nvPr/>
          </p:nvSpPr>
          <p:spPr>
            <a:xfrm>
              <a:off x="418919" y="1936014"/>
              <a:ext cx="4363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Birth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52B579D-5C70-6447-9083-D7A006C24CE7}"/>
                </a:ext>
              </a:extLst>
            </p:cNvPr>
            <p:cNvCxnSpPr/>
            <p:nvPr/>
          </p:nvCxnSpPr>
          <p:spPr>
            <a:xfrm>
              <a:off x="1295589" y="496014"/>
              <a:ext cx="0" cy="14558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486D31-8259-9947-AAF0-066949DE8CE4}"/>
                </a:ext>
              </a:extLst>
            </p:cNvPr>
            <p:cNvSpPr txBox="1"/>
            <p:nvPr/>
          </p:nvSpPr>
          <p:spPr>
            <a:xfrm>
              <a:off x="906700" y="1936014"/>
              <a:ext cx="7777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Sexual</a:t>
              </a:r>
              <a:br>
                <a:rPr lang="en-US" sz="1000" dirty="0"/>
              </a:br>
              <a:r>
                <a:rPr lang="en-US" sz="1000" dirty="0"/>
                <a:t>Maturation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D01721-B9B0-7C4E-87BF-5479C08E69ED}"/>
                </a:ext>
              </a:extLst>
            </p:cNvPr>
            <p:cNvSpPr txBox="1"/>
            <p:nvPr/>
          </p:nvSpPr>
          <p:spPr>
            <a:xfrm>
              <a:off x="2723850" y="1936014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Death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4BF5F19-2F18-4F4D-8B23-00D23E6A76FB}"/>
                </a:ext>
              </a:extLst>
            </p:cNvPr>
            <p:cNvSpPr txBox="1"/>
            <p:nvPr/>
          </p:nvSpPr>
          <p:spPr>
            <a:xfrm rot="16200000">
              <a:off x="-359670" y="1074382"/>
              <a:ext cx="15087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Force of natural selection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25323D-CB5B-EB43-80B6-1F86280011EF}"/>
                </a:ext>
              </a:extLst>
            </p:cNvPr>
            <p:cNvSpPr txBox="1"/>
            <p:nvPr/>
          </p:nvSpPr>
          <p:spPr>
            <a:xfrm>
              <a:off x="1805660" y="386130"/>
              <a:ext cx="10951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Selection shadow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2759DC-5E3F-2E4E-B70B-62ABA477EEA8}"/>
                </a:ext>
              </a:extLst>
            </p:cNvPr>
            <p:cNvSpPr txBox="1"/>
            <p:nvPr/>
          </p:nvSpPr>
          <p:spPr>
            <a:xfrm>
              <a:off x="2892010" y="5050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C556DCD-9D95-0B4D-B3E5-6C631C1541C4}"/>
                </a:ext>
              </a:extLst>
            </p:cNvPr>
            <p:cNvSpPr txBox="1"/>
            <p:nvPr/>
          </p:nvSpPr>
          <p:spPr>
            <a:xfrm>
              <a:off x="2892010" y="6574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A1BC003-0483-9C45-B712-E26FCE3780C2}"/>
                </a:ext>
              </a:extLst>
            </p:cNvPr>
            <p:cNvSpPr txBox="1"/>
            <p:nvPr/>
          </p:nvSpPr>
          <p:spPr>
            <a:xfrm>
              <a:off x="2892010" y="8098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4326920-22FD-DA42-8251-BFE8FC191C23}"/>
                </a:ext>
              </a:extLst>
            </p:cNvPr>
            <p:cNvSpPr txBox="1"/>
            <p:nvPr/>
          </p:nvSpPr>
          <p:spPr>
            <a:xfrm>
              <a:off x="2892010" y="9622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7B015A-7A4E-054D-AC77-E1E371864689}"/>
                </a:ext>
              </a:extLst>
            </p:cNvPr>
            <p:cNvSpPr txBox="1"/>
            <p:nvPr/>
          </p:nvSpPr>
          <p:spPr>
            <a:xfrm>
              <a:off x="2892010" y="11146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7358C6-01EB-CF4B-A198-EF7E8D062451}"/>
                </a:ext>
              </a:extLst>
            </p:cNvPr>
            <p:cNvSpPr txBox="1"/>
            <p:nvPr/>
          </p:nvSpPr>
          <p:spPr>
            <a:xfrm>
              <a:off x="2892010" y="12670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067530-E1BA-F344-A955-F3E470AF29E2}"/>
                </a:ext>
              </a:extLst>
            </p:cNvPr>
            <p:cNvSpPr txBox="1"/>
            <p:nvPr/>
          </p:nvSpPr>
          <p:spPr>
            <a:xfrm>
              <a:off x="2892010" y="14194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D67B13-C3AB-6042-AA64-5B19D5C03013}"/>
                </a:ext>
              </a:extLst>
            </p:cNvPr>
            <p:cNvSpPr txBox="1"/>
            <p:nvPr/>
          </p:nvSpPr>
          <p:spPr>
            <a:xfrm>
              <a:off x="2892010" y="15718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6D67AE-9C94-C14A-916B-08156F08553B}"/>
                </a:ext>
              </a:extLst>
            </p:cNvPr>
            <p:cNvSpPr txBox="1"/>
            <p:nvPr/>
          </p:nvSpPr>
          <p:spPr>
            <a:xfrm>
              <a:off x="2685000" y="4984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73D7B8F-0681-444E-BE60-D654C80963F8}"/>
                </a:ext>
              </a:extLst>
            </p:cNvPr>
            <p:cNvSpPr txBox="1"/>
            <p:nvPr/>
          </p:nvSpPr>
          <p:spPr>
            <a:xfrm>
              <a:off x="2685000" y="6508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44C14E-0451-5642-B68A-90E5F2C72F01}"/>
                </a:ext>
              </a:extLst>
            </p:cNvPr>
            <p:cNvSpPr txBox="1"/>
            <p:nvPr/>
          </p:nvSpPr>
          <p:spPr>
            <a:xfrm>
              <a:off x="2685000" y="8032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D92DA4-DB52-7A49-82BA-C21F60817854}"/>
                </a:ext>
              </a:extLst>
            </p:cNvPr>
            <p:cNvSpPr txBox="1"/>
            <p:nvPr/>
          </p:nvSpPr>
          <p:spPr>
            <a:xfrm>
              <a:off x="2685000" y="9556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243757C-BBE7-BF4B-AA7D-694A7574D241}"/>
                </a:ext>
              </a:extLst>
            </p:cNvPr>
            <p:cNvSpPr txBox="1"/>
            <p:nvPr/>
          </p:nvSpPr>
          <p:spPr>
            <a:xfrm>
              <a:off x="2685000" y="11080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F879FF7-C93E-0540-8CF0-DF60E8E9AB55}"/>
                </a:ext>
              </a:extLst>
            </p:cNvPr>
            <p:cNvSpPr txBox="1"/>
            <p:nvPr/>
          </p:nvSpPr>
          <p:spPr>
            <a:xfrm>
              <a:off x="2685000" y="12604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6EEEA0-731B-7F4B-9BFE-30901A1EED81}"/>
                </a:ext>
              </a:extLst>
            </p:cNvPr>
            <p:cNvSpPr txBox="1"/>
            <p:nvPr/>
          </p:nvSpPr>
          <p:spPr>
            <a:xfrm>
              <a:off x="2685000" y="14128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3B6ED8-EF6F-0A4E-A66E-C78E7DF9B23B}"/>
                </a:ext>
              </a:extLst>
            </p:cNvPr>
            <p:cNvSpPr txBox="1"/>
            <p:nvPr/>
          </p:nvSpPr>
          <p:spPr>
            <a:xfrm>
              <a:off x="2477482" y="4928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0A040DD-55A1-0941-9AFA-3793D72E788E}"/>
                </a:ext>
              </a:extLst>
            </p:cNvPr>
            <p:cNvSpPr txBox="1"/>
            <p:nvPr/>
          </p:nvSpPr>
          <p:spPr>
            <a:xfrm>
              <a:off x="2477482" y="6452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FCEA7D-E35A-354C-ADB4-3BF88BB42B44}"/>
                </a:ext>
              </a:extLst>
            </p:cNvPr>
            <p:cNvSpPr txBox="1"/>
            <p:nvPr/>
          </p:nvSpPr>
          <p:spPr>
            <a:xfrm>
              <a:off x="2477482" y="7976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37A5669-A194-B149-82A6-E6230226CEA1}"/>
                </a:ext>
              </a:extLst>
            </p:cNvPr>
            <p:cNvSpPr txBox="1"/>
            <p:nvPr/>
          </p:nvSpPr>
          <p:spPr>
            <a:xfrm>
              <a:off x="2477482" y="9500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2DCD10B-29B8-644B-BEC3-18655F436BAF}"/>
                </a:ext>
              </a:extLst>
            </p:cNvPr>
            <p:cNvSpPr txBox="1"/>
            <p:nvPr/>
          </p:nvSpPr>
          <p:spPr>
            <a:xfrm>
              <a:off x="2477482" y="11024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65D4B1-B640-7243-A7B1-104DF7F208B1}"/>
                </a:ext>
              </a:extLst>
            </p:cNvPr>
            <p:cNvSpPr txBox="1"/>
            <p:nvPr/>
          </p:nvSpPr>
          <p:spPr>
            <a:xfrm>
              <a:off x="2477482" y="12548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B0A6920-C57D-074C-8E1C-A488C86EC2C1}"/>
                </a:ext>
              </a:extLst>
            </p:cNvPr>
            <p:cNvSpPr txBox="1"/>
            <p:nvPr/>
          </p:nvSpPr>
          <p:spPr>
            <a:xfrm>
              <a:off x="2264122" y="4989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E245F1-F443-DD45-9439-33D74B2E821A}"/>
                </a:ext>
              </a:extLst>
            </p:cNvPr>
            <p:cNvSpPr txBox="1"/>
            <p:nvPr/>
          </p:nvSpPr>
          <p:spPr>
            <a:xfrm>
              <a:off x="2264122" y="6513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6EC2856-FA61-904F-817B-1A46A926E9CF}"/>
                </a:ext>
              </a:extLst>
            </p:cNvPr>
            <p:cNvSpPr txBox="1"/>
            <p:nvPr/>
          </p:nvSpPr>
          <p:spPr>
            <a:xfrm>
              <a:off x="2264122" y="8037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5654965-1048-6047-A24D-64EDCF8E762D}"/>
                </a:ext>
              </a:extLst>
            </p:cNvPr>
            <p:cNvSpPr txBox="1"/>
            <p:nvPr/>
          </p:nvSpPr>
          <p:spPr>
            <a:xfrm>
              <a:off x="2264122" y="9561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7C8AA2-9F77-A14F-ACBA-C8C5B0A2181D}"/>
                </a:ext>
              </a:extLst>
            </p:cNvPr>
            <p:cNvSpPr txBox="1"/>
            <p:nvPr/>
          </p:nvSpPr>
          <p:spPr>
            <a:xfrm>
              <a:off x="2264122" y="11085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1124874-0134-DF42-81CF-A1154BF439A0}"/>
                </a:ext>
              </a:extLst>
            </p:cNvPr>
            <p:cNvSpPr txBox="1"/>
            <p:nvPr/>
          </p:nvSpPr>
          <p:spPr>
            <a:xfrm>
              <a:off x="2048222" y="4926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610EE50-A2E6-5447-BB23-9FA05D58C248}"/>
                </a:ext>
              </a:extLst>
            </p:cNvPr>
            <p:cNvSpPr txBox="1"/>
            <p:nvPr/>
          </p:nvSpPr>
          <p:spPr>
            <a:xfrm>
              <a:off x="2048222" y="6450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9478ECD-B4CD-7E49-A04B-81CAAF543F73}"/>
                </a:ext>
              </a:extLst>
            </p:cNvPr>
            <p:cNvSpPr txBox="1"/>
            <p:nvPr/>
          </p:nvSpPr>
          <p:spPr>
            <a:xfrm>
              <a:off x="2048222" y="7974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7BBB41B-A9B2-B543-82A7-ACAF60374F24}"/>
                </a:ext>
              </a:extLst>
            </p:cNvPr>
            <p:cNvSpPr txBox="1"/>
            <p:nvPr/>
          </p:nvSpPr>
          <p:spPr>
            <a:xfrm>
              <a:off x="2048222" y="9498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C452492-FE35-4A4A-A12C-E48A79A9442B}"/>
                </a:ext>
              </a:extLst>
            </p:cNvPr>
            <p:cNvSpPr txBox="1"/>
            <p:nvPr/>
          </p:nvSpPr>
          <p:spPr>
            <a:xfrm>
              <a:off x="1845022" y="4926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39EB9FA-1369-6544-B447-9E1BD529221D}"/>
                </a:ext>
              </a:extLst>
            </p:cNvPr>
            <p:cNvSpPr txBox="1"/>
            <p:nvPr/>
          </p:nvSpPr>
          <p:spPr>
            <a:xfrm>
              <a:off x="1845022" y="6450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CFB55D5-86EC-774B-8CEA-4C0464E6995A}"/>
                </a:ext>
              </a:extLst>
            </p:cNvPr>
            <p:cNvSpPr txBox="1"/>
            <p:nvPr/>
          </p:nvSpPr>
          <p:spPr>
            <a:xfrm>
              <a:off x="1845022" y="7974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2FFEE422-2BF5-5F45-A677-1592068F3371}"/>
              </a:ext>
            </a:extLst>
          </p:cNvPr>
          <p:cNvGrpSpPr/>
          <p:nvPr/>
        </p:nvGrpSpPr>
        <p:grpSpPr>
          <a:xfrm>
            <a:off x="3832067" y="386130"/>
            <a:ext cx="2951113" cy="1949994"/>
            <a:chOff x="3807683" y="386130"/>
            <a:chExt cx="2951113" cy="194999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EFB6CC8-778F-7849-BDE5-DC5823B625FE}"/>
                </a:ext>
              </a:extLst>
            </p:cNvPr>
            <p:cNvSpPr/>
            <p:nvPr/>
          </p:nvSpPr>
          <p:spPr>
            <a:xfrm>
              <a:off x="5051136" y="496015"/>
              <a:ext cx="1676400" cy="141256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E445229-BDC2-A643-A0D7-70538CBD1335}"/>
                </a:ext>
              </a:extLst>
            </p:cNvPr>
            <p:cNvCxnSpPr/>
            <p:nvPr/>
          </p:nvCxnSpPr>
          <p:spPr>
            <a:xfrm flipV="1">
              <a:off x="4173179" y="496014"/>
              <a:ext cx="0" cy="14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5AE4692-DD25-CC4C-9A8E-E77DFEC2B8FD}"/>
                </a:ext>
              </a:extLst>
            </p:cNvPr>
            <p:cNvCxnSpPr>
              <a:cxnSpLocks/>
            </p:cNvCxnSpPr>
            <p:nvPr/>
          </p:nvCxnSpPr>
          <p:spPr>
            <a:xfrm>
              <a:off x="4164035" y="1917726"/>
              <a:ext cx="25635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8613BF-EC43-3E4A-92F3-B07B4DA92921}"/>
                </a:ext>
              </a:extLst>
            </p:cNvPr>
            <p:cNvCxnSpPr/>
            <p:nvPr/>
          </p:nvCxnSpPr>
          <p:spPr>
            <a:xfrm>
              <a:off x="4173179" y="1014907"/>
              <a:ext cx="7499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91B832E-7E97-A845-BF1A-D6E44FD02EB3}"/>
                </a:ext>
              </a:extLst>
            </p:cNvPr>
            <p:cNvSpPr/>
            <p:nvPr/>
          </p:nvSpPr>
          <p:spPr>
            <a:xfrm>
              <a:off x="4913976" y="1014907"/>
              <a:ext cx="1673352" cy="868680"/>
            </a:xfrm>
            <a:custGeom>
              <a:avLst/>
              <a:gdLst>
                <a:gd name="connsiteX0" fmla="*/ 0 w 1673352"/>
                <a:gd name="connsiteY0" fmla="*/ 0 h 868680"/>
                <a:gd name="connsiteX1" fmla="*/ 704088 w 1673352"/>
                <a:gd name="connsiteY1" fmla="*/ 667512 h 868680"/>
                <a:gd name="connsiteX2" fmla="*/ 1673352 w 1673352"/>
                <a:gd name="connsiteY2" fmla="*/ 868680 h 86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3352" h="868680">
                  <a:moveTo>
                    <a:pt x="0" y="0"/>
                  </a:moveTo>
                  <a:cubicBezTo>
                    <a:pt x="212598" y="261366"/>
                    <a:pt x="425196" y="522732"/>
                    <a:pt x="704088" y="667512"/>
                  </a:cubicBezTo>
                  <a:cubicBezTo>
                    <a:pt x="982980" y="812292"/>
                    <a:pt x="1328166" y="840486"/>
                    <a:pt x="1673352" y="86868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FB6F9DD-708D-A04D-B958-48D3CF57C27E}"/>
                </a:ext>
              </a:extLst>
            </p:cNvPr>
            <p:cNvSpPr txBox="1"/>
            <p:nvPr/>
          </p:nvSpPr>
          <p:spPr>
            <a:xfrm>
              <a:off x="3955010" y="1936014"/>
              <a:ext cx="4363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Birth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2274C53-503B-9D49-BA5B-268BF16B2B68}"/>
                </a:ext>
              </a:extLst>
            </p:cNvPr>
            <p:cNvCxnSpPr/>
            <p:nvPr/>
          </p:nvCxnSpPr>
          <p:spPr>
            <a:xfrm>
              <a:off x="4831680" y="496014"/>
              <a:ext cx="0" cy="14558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DA962E0-2DC0-BE4D-9F99-73892112528A}"/>
                </a:ext>
              </a:extLst>
            </p:cNvPr>
            <p:cNvSpPr txBox="1"/>
            <p:nvPr/>
          </p:nvSpPr>
          <p:spPr>
            <a:xfrm>
              <a:off x="4442791" y="1936014"/>
              <a:ext cx="7777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Sexual</a:t>
              </a:r>
              <a:br>
                <a:rPr lang="en-US" sz="1000" dirty="0"/>
              </a:br>
              <a:r>
                <a:rPr lang="en-US" sz="1000" dirty="0"/>
                <a:t>Maturation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B24691F-3F18-EF4A-8367-7852EC2A409B}"/>
                </a:ext>
              </a:extLst>
            </p:cNvPr>
            <p:cNvSpPr txBox="1"/>
            <p:nvPr/>
          </p:nvSpPr>
          <p:spPr>
            <a:xfrm>
              <a:off x="6259941" y="1936014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Death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1D32951-8333-284F-8417-74730B6AE20B}"/>
                </a:ext>
              </a:extLst>
            </p:cNvPr>
            <p:cNvSpPr txBox="1"/>
            <p:nvPr/>
          </p:nvSpPr>
          <p:spPr>
            <a:xfrm rot="16200000">
              <a:off x="3176421" y="1074382"/>
              <a:ext cx="15087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Force of natural selection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CFBB69-C908-484D-8228-D7B31C5BA1D3}"/>
                </a:ext>
              </a:extLst>
            </p:cNvPr>
            <p:cNvSpPr txBox="1"/>
            <p:nvPr/>
          </p:nvSpPr>
          <p:spPr>
            <a:xfrm>
              <a:off x="5341751" y="386130"/>
              <a:ext cx="10951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Selection shadow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19DB87C-64C2-594C-A52F-61EC13D1051A}"/>
                </a:ext>
              </a:extLst>
            </p:cNvPr>
            <p:cNvSpPr txBox="1"/>
            <p:nvPr/>
          </p:nvSpPr>
          <p:spPr>
            <a:xfrm>
              <a:off x="6428101" y="5050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C643A3-BEE1-0B4D-B502-133F3C3C6ED5}"/>
                </a:ext>
              </a:extLst>
            </p:cNvPr>
            <p:cNvSpPr txBox="1"/>
            <p:nvPr/>
          </p:nvSpPr>
          <p:spPr>
            <a:xfrm>
              <a:off x="6428101" y="6574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7913C56-233B-8642-9F01-C85E93039459}"/>
                </a:ext>
              </a:extLst>
            </p:cNvPr>
            <p:cNvSpPr txBox="1"/>
            <p:nvPr/>
          </p:nvSpPr>
          <p:spPr>
            <a:xfrm>
              <a:off x="6428101" y="8098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88F3957-77A3-1D43-8465-3C2E63BBBF33}"/>
                </a:ext>
              </a:extLst>
            </p:cNvPr>
            <p:cNvSpPr txBox="1"/>
            <p:nvPr/>
          </p:nvSpPr>
          <p:spPr>
            <a:xfrm>
              <a:off x="6428101" y="9622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E94B300-B108-A14C-9C64-1B069049F1EF}"/>
                </a:ext>
              </a:extLst>
            </p:cNvPr>
            <p:cNvSpPr txBox="1"/>
            <p:nvPr/>
          </p:nvSpPr>
          <p:spPr>
            <a:xfrm>
              <a:off x="6428101" y="11146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5707BA5-B02A-AC44-ACE1-8D2D050AAFBD}"/>
                </a:ext>
              </a:extLst>
            </p:cNvPr>
            <p:cNvSpPr txBox="1"/>
            <p:nvPr/>
          </p:nvSpPr>
          <p:spPr>
            <a:xfrm>
              <a:off x="6428101" y="12670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0C4D0E9-DDDA-EE43-B522-CEB7A542F52D}"/>
                </a:ext>
              </a:extLst>
            </p:cNvPr>
            <p:cNvSpPr txBox="1"/>
            <p:nvPr/>
          </p:nvSpPr>
          <p:spPr>
            <a:xfrm>
              <a:off x="6428101" y="14194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631D4D-A9ED-4042-8161-D4B54F234B6C}"/>
                </a:ext>
              </a:extLst>
            </p:cNvPr>
            <p:cNvSpPr txBox="1"/>
            <p:nvPr/>
          </p:nvSpPr>
          <p:spPr>
            <a:xfrm>
              <a:off x="6428101" y="1571846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2A97E03-A3CF-7B4B-9467-E4E9F54206AC}"/>
                </a:ext>
              </a:extLst>
            </p:cNvPr>
            <p:cNvSpPr txBox="1"/>
            <p:nvPr/>
          </p:nvSpPr>
          <p:spPr>
            <a:xfrm>
              <a:off x="6221091" y="4984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FFB0104-3B4B-2641-943F-AE409E8CE227}"/>
                </a:ext>
              </a:extLst>
            </p:cNvPr>
            <p:cNvSpPr txBox="1"/>
            <p:nvPr/>
          </p:nvSpPr>
          <p:spPr>
            <a:xfrm>
              <a:off x="6221091" y="6508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4115D1B-1463-B840-86D2-0E84E8A3593C}"/>
                </a:ext>
              </a:extLst>
            </p:cNvPr>
            <p:cNvSpPr txBox="1"/>
            <p:nvPr/>
          </p:nvSpPr>
          <p:spPr>
            <a:xfrm>
              <a:off x="6221091" y="8032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C2E774-77D7-764E-B9FA-C6AF4112815D}"/>
                </a:ext>
              </a:extLst>
            </p:cNvPr>
            <p:cNvSpPr txBox="1"/>
            <p:nvPr/>
          </p:nvSpPr>
          <p:spPr>
            <a:xfrm>
              <a:off x="6221091" y="9556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103D8F8-7CAB-214B-9DC7-2F2CF91C0AF4}"/>
                </a:ext>
              </a:extLst>
            </p:cNvPr>
            <p:cNvSpPr txBox="1"/>
            <p:nvPr/>
          </p:nvSpPr>
          <p:spPr>
            <a:xfrm>
              <a:off x="6221091" y="11080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94E6A-B7BB-0245-BB3F-327DCFD4C2A7}"/>
                </a:ext>
              </a:extLst>
            </p:cNvPr>
            <p:cNvSpPr txBox="1"/>
            <p:nvPr/>
          </p:nvSpPr>
          <p:spPr>
            <a:xfrm>
              <a:off x="6221091" y="12604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31F6D8C-3B8E-FD47-9655-B070E6FCB426}"/>
                </a:ext>
              </a:extLst>
            </p:cNvPr>
            <p:cNvSpPr txBox="1"/>
            <p:nvPr/>
          </p:nvSpPr>
          <p:spPr>
            <a:xfrm>
              <a:off x="6221091" y="1412842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4D35A7A-5B59-4D4C-8E04-8A6267FE789C}"/>
                </a:ext>
              </a:extLst>
            </p:cNvPr>
            <p:cNvSpPr txBox="1"/>
            <p:nvPr/>
          </p:nvSpPr>
          <p:spPr>
            <a:xfrm>
              <a:off x="6013573" y="4928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3E19036-06B3-404E-BB56-8381A983BBFA}"/>
                </a:ext>
              </a:extLst>
            </p:cNvPr>
            <p:cNvSpPr txBox="1"/>
            <p:nvPr/>
          </p:nvSpPr>
          <p:spPr>
            <a:xfrm>
              <a:off x="6013573" y="6452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F617E60-C8D2-AF4F-951D-37C96DB888A5}"/>
                </a:ext>
              </a:extLst>
            </p:cNvPr>
            <p:cNvSpPr txBox="1"/>
            <p:nvPr/>
          </p:nvSpPr>
          <p:spPr>
            <a:xfrm>
              <a:off x="6013573" y="7976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FB47BD2-54D5-844B-9975-3E91011571CC}"/>
                </a:ext>
              </a:extLst>
            </p:cNvPr>
            <p:cNvSpPr txBox="1"/>
            <p:nvPr/>
          </p:nvSpPr>
          <p:spPr>
            <a:xfrm>
              <a:off x="6013573" y="9500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EB5CDE-3F70-4541-9D3E-76AAEAF74868}"/>
                </a:ext>
              </a:extLst>
            </p:cNvPr>
            <p:cNvSpPr txBox="1"/>
            <p:nvPr/>
          </p:nvSpPr>
          <p:spPr>
            <a:xfrm>
              <a:off x="6013573" y="11024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755128A-B9E2-7E47-9040-FACDDCE0C12D}"/>
                </a:ext>
              </a:extLst>
            </p:cNvPr>
            <p:cNvSpPr txBox="1"/>
            <p:nvPr/>
          </p:nvSpPr>
          <p:spPr>
            <a:xfrm>
              <a:off x="6013573" y="1254854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B4DFB02-9277-7F48-980F-D1B60973DEC2}"/>
                </a:ext>
              </a:extLst>
            </p:cNvPr>
            <p:cNvSpPr txBox="1"/>
            <p:nvPr/>
          </p:nvSpPr>
          <p:spPr>
            <a:xfrm>
              <a:off x="5800213" y="4989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F08AEB-526C-124E-BCE6-65064309AEAC}"/>
                </a:ext>
              </a:extLst>
            </p:cNvPr>
            <p:cNvSpPr txBox="1"/>
            <p:nvPr/>
          </p:nvSpPr>
          <p:spPr>
            <a:xfrm>
              <a:off x="5800213" y="6513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4A087A3-B124-7840-8D34-B870EAA2F90A}"/>
                </a:ext>
              </a:extLst>
            </p:cNvPr>
            <p:cNvSpPr txBox="1"/>
            <p:nvPr/>
          </p:nvSpPr>
          <p:spPr>
            <a:xfrm>
              <a:off x="5800213" y="8037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E488009-FC0A-9549-890C-C4C73155D5CD}"/>
                </a:ext>
              </a:extLst>
            </p:cNvPr>
            <p:cNvSpPr txBox="1"/>
            <p:nvPr/>
          </p:nvSpPr>
          <p:spPr>
            <a:xfrm>
              <a:off x="5800213" y="9561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7939408-BA2E-254F-8994-A5460A58E0E0}"/>
                </a:ext>
              </a:extLst>
            </p:cNvPr>
            <p:cNvSpPr txBox="1"/>
            <p:nvPr/>
          </p:nvSpPr>
          <p:spPr>
            <a:xfrm>
              <a:off x="5800213" y="110855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A73F341-AC73-254F-BFA8-A724F63CEAC4}"/>
                </a:ext>
              </a:extLst>
            </p:cNvPr>
            <p:cNvSpPr txBox="1"/>
            <p:nvPr/>
          </p:nvSpPr>
          <p:spPr>
            <a:xfrm>
              <a:off x="5584313" y="4926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1E72D97-F8E4-A246-8555-757028CE3721}"/>
                </a:ext>
              </a:extLst>
            </p:cNvPr>
            <p:cNvSpPr txBox="1"/>
            <p:nvPr/>
          </p:nvSpPr>
          <p:spPr>
            <a:xfrm>
              <a:off x="5584313" y="6450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0B7F880-7034-5841-AE42-42AE112A0B20}"/>
                </a:ext>
              </a:extLst>
            </p:cNvPr>
            <p:cNvSpPr txBox="1"/>
            <p:nvPr/>
          </p:nvSpPr>
          <p:spPr>
            <a:xfrm>
              <a:off x="5584313" y="7974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4B4C35D-18F1-7043-99E7-49AB829D572A}"/>
                </a:ext>
              </a:extLst>
            </p:cNvPr>
            <p:cNvSpPr txBox="1"/>
            <p:nvPr/>
          </p:nvSpPr>
          <p:spPr>
            <a:xfrm>
              <a:off x="5584313" y="9498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423DEA5-56ED-2246-8B8A-E6DEEB5ED32B}"/>
                </a:ext>
              </a:extLst>
            </p:cNvPr>
            <p:cNvSpPr txBox="1"/>
            <p:nvPr/>
          </p:nvSpPr>
          <p:spPr>
            <a:xfrm>
              <a:off x="5381113" y="4926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E3FE29D-D707-0E4A-B9B7-131B8A568FC3}"/>
                </a:ext>
              </a:extLst>
            </p:cNvPr>
            <p:cNvSpPr txBox="1"/>
            <p:nvPr/>
          </p:nvSpPr>
          <p:spPr>
            <a:xfrm>
              <a:off x="5381113" y="6450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6D8A90D-78D5-6245-92EC-2E31F26821AF}"/>
                </a:ext>
              </a:extLst>
            </p:cNvPr>
            <p:cNvSpPr txBox="1"/>
            <p:nvPr/>
          </p:nvSpPr>
          <p:spPr>
            <a:xfrm>
              <a:off x="5381113" y="797400"/>
              <a:ext cx="247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96FF"/>
                  </a:solidFill>
                </a:rPr>
                <a:t>-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6110125-F9EC-1743-8383-8CF7D3D27E9A}"/>
                </a:ext>
              </a:extLst>
            </p:cNvPr>
            <p:cNvSpPr txBox="1"/>
            <p:nvPr/>
          </p:nvSpPr>
          <p:spPr>
            <a:xfrm flipH="1" flipV="1">
              <a:off x="4138552" y="16689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F6E8614-5ACF-FD47-B6F3-78A699B0F550}"/>
                </a:ext>
              </a:extLst>
            </p:cNvPr>
            <p:cNvSpPr txBox="1"/>
            <p:nvPr/>
          </p:nvSpPr>
          <p:spPr>
            <a:xfrm flipH="1" flipV="1">
              <a:off x="4138552" y="15165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B297E40-DB56-514B-BB67-0E3205487464}"/>
                </a:ext>
              </a:extLst>
            </p:cNvPr>
            <p:cNvSpPr txBox="1"/>
            <p:nvPr/>
          </p:nvSpPr>
          <p:spPr>
            <a:xfrm flipH="1" flipV="1">
              <a:off x="4138552" y="13641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4F623DE-1942-DE49-81A3-A1EA325E6F54}"/>
                </a:ext>
              </a:extLst>
            </p:cNvPr>
            <p:cNvSpPr txBox="1"/>
            <p:nvPr/>
          </p:nvSpPr>
          <p:spPr>
            <a:xfrm flipH="1" flipV="1">
              <a:off x="4138552" y="12117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75FCF8F-9F30-024E-A930-0916F2B7FE3A}"/>
                </a:ext>
              </a:extLst>
            </p:cNvPr>
            <p:cNvSpPr txBox="1"/>
            <p:nvPr/>
          </p:nvSpPr>
          <p:spPr>
            <a:xfrm flipH="1" flipV="1">
              <a:off x="4138552" y="10593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7FED1AA-B06D-CB48-8D52-B31AAC180146}"/>
                </a:ext>
              </a:extLst>
            </p:cNvPr>
            <p:cNvSpPr txBox="1"/>
            <p:nvPr/>
          </p:nvSpPr>
          <p:spPr>
            <a:xfrm flipH="1" flipV="1">
              <a:off x="4138552" y="9069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C53DF76-DEBB-AC4C-8CBB-F8EDB69CD258}"/>
                </a:ext>
              </a:extLst>
            </p:cNvPr>
            <p:cNvSpPr txBox="1"/>
            <p:nvPr/>
          </p:nvSpPr>
          <p:spPr>
            <a:xfrm flipH="1" flipV="1">
              <a:off x="4138552" y="75454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14D66C-F6D5-BC49-AC6C-153C90D48409}"/>
                </a:ext>
              </a:extLst>
            </p:cNvPr>
            <p:cNvSpPr txBox="1"/>
            <p:nvPr/>
          </p:nvSpPr>
          <p:spPr>
            <a:xfrm flipH="1" flipV="1">
              <a:off x="4345562" y="16755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C33EA3A-37F7-404A-8600-534AD9D27717}"/>
                </a:ext>
              </a:extLst>
            </p:cNvPr>
            <p:cNvSpPr txBox="1"/>
            <p:nvPr/>
          </p:nvSpPr>
          <p:spPr>
            <a:xfrm flipH="1" flipV="1">
              <a:off x="4345562" y="15231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34E747A-D743-864E-8DD0-3F18F81791AE}"/>
                </a:ext>
              </a:extLst>
            </p:cNvPr>
            <p:cNvSpPr txBox="1"/>
            <p:nvPr/>
          </p:nvSpPr>
          <p:spPr>
            <a:xfrm flipH="1" flipV="1">
              <a:off x="4345562" y="13707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0AFD10C-1D0F-EE4F-81E0-19442B64EE1F}"/>
                </a:ext>
              </a:extLst>
            </p:cNvPr>
            <p:cNvSpPr txBox="1"/>
            <p:nvPr/>
          </p:nvSpPr>
          <p:spPr>
            <a:xfrm flipH="1" flipV="1">
              <a:off x="4345562" y="12183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8673994-BB99-3C4B-B5D2-10E500790977}"/>
                </a:ext>
              </a:extLst>
            </p:cNvPr>
            <p:cNvSpPr txBox="1"/>
            <p:nvPr/>
          </p:nvSpPr>
          <p:spPr>
            <a:xfrm flipH="1" flipV="1">
              <a:off x="4345562" y="10659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3B519A0-09B7-6A4C-ABD6-5663CF1518FA}"/>
                </a:ext>
              </a:extLst>
            </p:cNvPr>
            <p:cNvSpPr txBox="1"/>
            <p:nvPr/>
          </p:nvSpPr>
          <p:spPr>
            <a:xfrm flipH="1" flipV="1">
              <a:off x="4345562" y="9135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6CA50A1-7E3C-264A-BD30-194F3A05DC06}"/>
                </a:ext>
              </a:extLst>
            </p:cNvPr>
            <p:cNvSpPr txBox="1"/>
            <p:nvPr/>
          </p:nvSpPr>
          <p:spPr>
            <a:xfrm flipH="1" flipV="1">
              <a:off x="4345562" y="76115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EDE3731-48DD-614A-A979-330E4C687719}"/>
                </a:ext>
              </a:extLst>
            </p:cNvPr>
            <p:cNvSpPr txBox="1"/>
            <p:nvPr/>
          </p:nvSpPr>
          <p:spPr>
            <a:xfrm flipH="1" flipV="1">
              <a:off x="4553080" y="16811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185121B-A714-3D4A-BDD9-9B95A573F9D5}"/>
                </a:ext>
              </a:extLst>
            </p:cNvPr>
            <p:cNvSpPr txBox="1"/>
            <p:nvPr/>
          </p:nvSpPr>
          <p:spPr>
            <a:xfrm flipH="1" flipV="1">
              <a:off x="4553080" y="15287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8E5358D-3A21-584B-9E71-EF898A771F78}"/>
                </a:ext>
              </a:extLst>
            </p:cNvPr>
            <p:cNvSpPr txBox="1"/>
            <p:nvPr/>
          </p:nvSpPr>
          <p:spPr>
            <a:xfrm flipH="1" flipV="1">
              <a:off x="4553080" y="13763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8776845-9622-D142-933A-4AC05BC7B602}"/>
                </a:ext>
              </a:extLst>
            </p:cNvPr>
            <p:cNvSpPr txBox="1"/>
            <p:nvPr/>
          </p:nvSpPr>
          <p:spPr>
            <a:xfrm flipH="1" flipV="1">
              <a:off x="4553080" y="12239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7E1848D-D775-EC4D-98FA-0E90D276EE13}"/>
                </a:ext>
              </a:extLst>
            </p:cNvPr>
            <p:cNvSpPr txBox="1"/>
            <p:nvPr/>
          </p:nvSpPr>
          <p:spPr>
            <a:xfrm flipH="1" flipV="1">
              <a:off x="4553080" y="10715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2CB41E4-FD29-E04D-B161-EDBBD4AA9E62}"/>
                </a:ext>
              </a:extLst>
            </p:cNvPr>
            <p:cNvSpPr txBox="1"/>
            <p:nvPr/>
          </p:nvSpPr>
          <p:spPr>
            <a:xfrm flipH="1" flipV="1">
              <a:off x="4553080" y="91913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A356807-E3FE-8144-9311-790CB255D7C1}"/>
                </a:ext>
              </a:extLst>
            </p:cNvPr>
            <p:cNvSpPr txBox="1"/>
            <p:nvPr/>
          </p:nvSpPr>
          <p:spPr>
            <a:xfrm flipH="1" flipV="1">
              <a:off x="4766440" y="16750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CCF18C5-8281-9648-B050-E9BE8A7BE29A}"/>
                </a:ext>
              </a:extLst>
            </p:cNvPr>
            <p:cNvSpPr txBox="1"/>
            <p:nvPr/>
          </p:nvSpPr>
          <p:spPr>
            <a:xfrm flipH="1" flipV="1">
              <a:off x="4766440" y="15226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F829853-648E-7F44-986F-E1159C36C06B}"/>
                </a:ext>
              </a:extLst>
            </p:cNvPr>
            <p:cNvSpPr txBox="1"/>
            <p:nvPr/>
          </p:nvSpPr>
          <p:spPr>
            <a:xfrm flipH="1" flipV="1">
              <a:off x="4766440" y="13702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E38E7F6-62AE-A643-A1D0-34D0399EC0F8}"/>
                </a:ext>
              </a:extLst>
            </p:cNvPr>
            <p:cNvSpPr txBox="1"/>
            <p:nvPr/>
          </p:nvSpPr>
          <p:spPr>
            <a:xfrm flipH="1" flipV="1">
              <a:off x="4766440" y="12178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71BD109-626A-C449-9146-FF01C3EC314A}"/>
                </a:ext>
              </a:extLst>
            </p:cNvPr>
            <p:cNvSpPr txBox="1"/>
            <p:nvPr/>
          </p:nvSpPr>
          <p:spPr>
            <a:xfrm flipH="1" flipV="1">
              <a:off x="4766440" y="10654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08FA1A1-0CDC-0544-B79F-11F2355A435F}"/>
                </a:ext>
              </a:extLst>
            </p:cNvPr>
            <p:cNvSpPr txBox="1"/>
            <p:nvPr/>
          </p:nvSpPr>
          <p:spPr>
            <a:xfrm flipH="1" flipV="1">
              <a:off x="4982340" y="16813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D162857-A096-9B4F-A430-22DAA76EDDB8}"/>
                </a:ext>
              </a:extLst>
            </p:cNvPr>
            <p:cNvSpPr txBox="1"/>
            <p:nvPr/>
          </p:nvSpPr>
          <p:spPr>
            <a:xfrm flipH="1" flipV="1">
              <a:off x="4982340" y="15289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FEC2063-0C09-424E-BAA6-445117C1C67B}"/>
                </a:ext>
              </a:extLst>
            </p:cNvPr>
            <p:cNvSpPr txBox="1"/>
            <p:nvPr/>
          </p:nvSpPr>
          <p:spPr>
            <a:xfrm flipH="1" flipV="1">
              <a:off x="4982340" y="13765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AB5AD3B-BA9C-1148-BC44-72B60F20CC1E}"/>
                </a:ext>
              </a:extLst>
            </p:cNvPr>
            <p:cNvSpPr txBox="1"/>
            <p:nvPr/>
          </p:nvSpPr>
          <p:spPr>
            <a:xfrm flipH="1" flipV="1">
              <a:off x="4982340" y="12241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5BD8BB2-C9DA-E04C-9301-30B29571D39C}"/>
                </a:ext>
              </a:extLst>
            </p:cNvPr>
            <p:cNvSpPr txBox="1"/>
            <p:nvPr/>
          </p:nvSpPr>
          <p:spPr>
            <a:xfrm flipH="1" flipV="1">
              <a:off x="5185540" y="16813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60168C7-6BFB-F849-B607-AD8D082BF6A4}"/>
                </a:ext>
              </a:extLst>
            </p:cNvPr>
            <p:cNvSpPr txBox="1"/>
            <p:nvPr/>
          </p:nvSpPr>
          <p:spPr>
            <a:xfrm flipH="1" flipV="1">
              <a:off x="5185539" y="15289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68425B0-4958-4A48-965B-056D4613BF1F}"/>
                </a:ext>
              </a:extLst>
            </p:cNvPr>
            <p:cNvSpPr txBox="1"/>
            <p:nvPr/>
          </p:nvSpPr>
          <p:spPr>
            <a:xfrm flipH="1" flipV="1">
              <a:off x="5185540" y="13765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9300"/>
                  </a:solidFill>
                </a:rPr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BA27CCD-FC37-4F4E-8CCE-885C79C95C6E}"/>
              </a:ext>
            </a:extLst>
          </p:cNvPr>
          <p:cNvGrpSpPr/>
          <p:nvPr/>
        </p:nvGrpSpPr>
        <p:grpSpPr>
          <a:xfrm>
            <a:off x="3832067" y="2624575"/>
            <a:ext cx="2951113" cy="1949994"/>
            <a:chOff x="3894767" y="4405572"/>
            <a:chExt cx="2951113" cy="1949994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67AFF23-8CF0-A045-B354-3BA7A38DE19B}"/>
                </a:ext>
              </a:extLst>
            </p:cNvPr>
            <p:cNvSpPr/>
            <p:nvPr/>
          </p:nvSpPr>
          <p:spPr>
            <a:xfrm>
              <a:off x="5138220" y="4515457"/>
              <a:ext cx="1676400" cy="141256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F29D05EC-D34F-8941-87DB-ABF80D203219}"/>
                </a:ext>
              </a:extLst>
            </p:cNvPr>
            <p:cNvCxnSpPr/>
            <p:nvPr/>
          </p:nvCxnSpPr>
          <p:spPr>
            <a:xfrm flipV="1">
              <a:off x="4260263" y="4515456"/>
              <a:ext cx="0" cy="14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3AD0F2FF-C69C-4B4B-8933-DAB42EBB58C7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19" y="5937168"/>
              <a:ext cx="25635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C1004BC-713A-6942-B843-5229AE71EF0B}"/>
                </a:ext>
              </a:extLst>
            </p:cNvPr>
            <p:cNvCxnSpPr/>
            <p:nvPr/>
          </p:nvCxnSpPr>
          <p:spPr>
            <a:xfrm>
              <a:off x="4260263" y="5034349"/>
              <a:ext cx="749941" cy="0"/>
            </a:xfrm>
            <a:prstGeom prst="line">
              <a:avLst/>
            </a:prstGeom>
            <a:ln w="19050">
              <a:solidFill>
                <a:srgbClr val="FFD5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01DFB54-D2F6-1E4B-9A79-6B5342EC5D26}"/>
                </a:ext>
              </a:extLst>
            </p:cNvPr>
            <p:cNvSpPr/>
            <p:nvPr/>
          </p:nvSpPr>
          <p:spPr>
            <a:xfrm>
              <a:off x="5001060" y="5034349"/>
              <a:ext cx="1673352" cy="868680"/>
            </a:xfrm>
            <a:custGeom>
              <a:avLst/>
              <a:gdLst>
                <a:gd name="connsiteX0" fmla="*/ 0 w 1673352"/>
                <a:gd name="connsiteY0" fmla="*/ 0 h 868680"/>
                <a:gd name="connsiteX1" fmla="*/ 704088 w 1673352"/>
                <a:gd name="connsiteY1" fmla="*/ 667512 h 868680"/>
                <a:gd name="connsiteX2" fmla="*/ 1673352 w 1673352"/>
                <a:gd name="connsiteY2" fmla="*/ 868680 h 86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3352" h="868680">
                  <a:moveTo>
                    <a:pt x="0" y="0"/>
                  </a:moveTo>
                  <a:cubicBezTo>
                    <a:pt x="212598" y="261366"/>
                    <a:pt x="425196" y="522732"/>
                    <a:pt x="704088" y="667512"/>
                  </a:cubicBezTo>
                  <a:cubicBezTo>
                    <a:pt x="982980" y="812292"/>
                    <a:pt x="1328166" y="840486"/>
                    <a:pt x="1673352" y="868680"/>
                  </a:cubicBezTo>
                </a:path>
              </a:pathLst>
            </a:custGeom>
            <a:noFill/>
            <a:ln w="19050">
              <a:solidFill>
                <a:srgbClr val="FFD5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B79D6CA-D540-3B48-A3A1-2FD4A26BE68E}"/>
                </a:ext>
              </a:extLst>
            </p:cNvPr>
            <p:cNvSpPr txBox="1"/>
            <p:nvPr/>
          </p:nvSpPr>
          <p:spPr>
            <a:xfrm>
              <a:off x="4042094" y="5955456"/>
              <a:ext cx="4363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Birth</a:t>
              </a: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4B158BA-2234-AB45-A811-6E3CE453C8C5}"/>
                </a:ext>
              </a:extLst>
            </p:cNvPr>
            <p:cNvCxnSpPr/>
            <p:nvPr/>
          </p:nvCxnSpPr>
          <p:spPr>
            <a:xfrm>
              <a:off x="4918764" y="4515456"/>
              <a:ext cx="0" cy="14558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C923B1F-0FAA-9040-BBA2-D105FBE991EE}"/>
                </a:ext>
              </a:extLst>
            </p:cNvPr>
            <p:cNvSpPr txBox="1"/>
            <p:nvPr/>
          </p:nvSpPr>
          <p:spPr>
            <a:xfrm>
              <a:off x="4529875" y="5955456"/>
              <a:ext cx="7777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Sexual</a:t>
              </a:r>
              <a:br>
                <a:rPr lang="en-US" sz="1000" dirty="0"/>
              </a:br>
              <a:r>
                <a:rPr lang="en-US" sz="1000" dirty="0"/>
                <a:t>Maturation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7920427-3FA8-3F41-80E9-0866D1DF6F38}"/>
                </a:ext>
              </a:extLst>
            </p:cNvPr>
            <p:cNvSpPr txBox="1"/>
            <p:nvPr/>
          </p:nvSpPr>
          <p:spPr>
            <a:xfrm>
              <a:off x="6347025" y="5955456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Death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1DB6A29D-7771-AB47-B3D4-3377375DE996}"/>
                </a:ext>
              </a:extLst>
            </p:cNvPr>
            <p:cNvSpPr txBox="1"/>
            <p:nvPr/>
          </p:nvSpPr>
          <p:spPr>
            <a:xfrm rot="16200000">
              <a:off x="3263505" y="5093824"/>
              <a:ext cx="15087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Force of natural selection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9AF7C9F-7CBA-EF46-9AA1-961E25CE6277}"/>
                </a:ext>
              </a:extLst>
            </p:cNvPr>
            <p:cNvSpPr txBox="1"/>
            <p:nvPr/>
          </p:nvSpPr>
          <p:spPr>
            <a:xfrm>
              <a:off x="5428835" y="4405572"/>
              <a:ext cx="10951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Selection shadow</a:t>
              </a: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D50147C-3597-3E49-BEFF-5461A643E584}"/>
                </a:ext>
              </a:extLst>
            </p:cNvPr>
            <p:cNvCxnSpPr/>
            <p:nvPr/>
          </p:nvCxnSpPr>
          <p:spPr>
            <a:xfrm>
              <a:off x="4251119" y="5028746"/>
              <a:ext cx="749941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BDDE6EA-46F4-124B-AE85-34C3B757FACE}"/>
                </a:ext>
              </a:extLst>
            </p:cNvPr>
            <p:cNvCxnSpPr>
              <a:cxnSpLocks/>
            </p:cNvCxnSpPr>
            <p:nvPr/>
          </p:nvCxnSpPr>
          <p:spPr>
            <a:xfrm>
              <a:off x="5001060" y="5023717"/>
              <a:ext cx="146304" cy="182585"/>
            </a:xfrm>
            <a:prstGeom prst="line">
              <a:avLst/>
            </a:prstGeom>
            <a:ln w="28575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D2EC1B56-5380-5E44-BAE7-7348D6DCFEC0}"/>
                </a:ext>
              </a:extLst>
            </p:cNvPr>
            <p:cNvCxnSpPr>
              <a:cxnSpLocks/>
            </p:cNvCxnSpPr>
            <p:nvPr/>
          </p:nvCxnSpPr>
          <p:spPr>
            <a:xfrm>
              <a:off x="5138220" y="5211109"/>
              <a:ext cx="0" cy="715427"/>
            </a:xfrm>
            <a:prstGeom prst="line">
              <a:avLst/>
            </a:prstGeom>
            <a:ln w="28575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E998025D-687B-3643-916E-B57DE365872D}"/>
                </a:ext>
              </a:extLst>
            </p:cNvPr>
            <p:cNvCxnSpPr>
              <a:cxnSpLocks/>
            </p:cNvCxnSpPr>
            <p:nvPr/>
          </p:nvCxnSpPr>
          <p:spPr>
            <a:xfrm>
              <a:off x="5125592" y="5901280"/>
              <a:ext cx="1449089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D9FC5585-E5D6-474A-932E-EDB2EBE354C3}"/>
                </a:ext>
              </a:extLst>
            </p:cNvPr>
            <p:cNvSpPr txBox="1"/>
            <p:nvPr/>
          </p:nvSpPr>
          <p:spPr>
            <a:xfrm>
              <a:off x="4420764" y="4729201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accent4"/>
                  </a:solidFill>
                </a:rPr>
                <a:t>nature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57064B8-E71A-E743-B77F-A21E008E66D8}"/>
                </a:ext>
              </a:extLst>
            </p:cNvPr>
            <p:cNvSpPr txBox="1"/>
            <p:nvPr/>
          </p:nvSpPr>
          <p:spPr>
            <a:xfrm>
              <a:off x="5113605" y="5665690"/>
              <a:ext cx="3738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7030A0"/>
                  </a:solidFill>
                </a:rPr>
                <a:t>E.E.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9F4307-D6EE-9640-BDB9-A730DE6816F9}"/>
              </a:ext>
            </a:extLst>
          </p:cNvPr>
          <p:cNvGrpSpPr/>
          <p:nvPr/>
        </p:nvGrpSpPr>
        <p:grpSpPr>
          <a:xfrm>
            <a:off x="84035" y="2401578"/>
            <a:ext cx="3282132" cy="2092821"/>
            <a:chOff x="6480925" y="3275578"/>
            <a:chExt cx="5009804" cy="3377867"/>
          </a:xfrm>
        </p:grpSpPr>
        <p:graphicFrame>
          <p:nvGraphicFramePr>
            <p:cNvPr id="208" name="Diagram 207">
              <a:extLst>
                <a:ext uri="{FF2B5EF4-FFF2-40B4-BE49-F238E27FC236}">
                  <a16:creationId xmlns:a16="http://schemas.microsoft.com/office/drawing/2014/main" id="{47F7845E-1823-754D-BB70-95C2F4C793B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38261111"/>
                </p:ext>
              </p:extLst>
            </p:nvPr>
          </p:nvGraphicFramePr>
          <p:xfrm>
            <a:off x="6480925" y="3611880"/>
            <a:ext cx="5009804" cy="304156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F15219C-82A9-5644-9633-11FC111BB03B}"/>
                </a:ext>
              </a:extLst>
            </p:cNvPr>
            <p:cNvSpPr txBox="1"/>
            <p:nvPr/>
          </p:nvSpPr>
          <p:spPr>
            <a:xfrm>
              <a:off x="10179875" y="5522150"/>
              <a:ext cx="1145593" cy="397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10-11 days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92ABDBA-E3C4-4A45-A671-C1EF81165018}"/>
                </a:ext>
              </a:extLst>
            </p:cNvPr>
            <p:cNvSpPr txBox="1"/>
            <p:nvPr/>
          </p:nvSpPr>
          <p:spPr>
            <a:xfrm>
              <a:off x="6683698" y="5522150"/>
              <a:ext cx="944956" cy="397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2-3 days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76ACEEA-AE79-BE49-B339-EDEE4996D59A}"/>
                </a:ext>
              </a:extLst>
            </p:cNvPr>
            <p:cNvSpPr txBox="1"/>
            <p:nvPr/>
          </p:nvSpPr>
          <p:spPr>
            <a:xfrm>
              <a:off x="8553294" y="3275578"/>
              <a:ext cx="944955" cy="397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2-3 days</a:t>
              </a: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5E8803E5-CF05-E44A-948B-A30F025BDE60}"/>
              </a:ext>
            </a:extLst>
          </p:cNvPr>
          <p:cNvGrpSpPr/>
          <p:nvPr/>
        </p:nvGrpSpPr>
        <p:grpSpPr>
          <a:xfrm>
            <a:off x="265909" y="5100024"/>
            <a:ext cx="2919851" cy="1686221"/>
            <a:chOff x="302485" y="5114592"/>
            <a:chExt cx="2919851" cy="1686221"/>
          </a:xfrm>
        </p:grpSpPr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F834AE62-C4FC-0E4E-A32B-0E8181077C76}"/>
                </a:ext>
              </a:extLst>
            </p:cNvPr>
            <p:cNvCxnSpPr/>
            <p:nvPr/>
          </p:nvCxnSpPr>
          <p:spPr>
            <a:xfrm flipV="1">
              <a:off x="667979" y="5114592"/>
              <a:ext cx="0" cy="14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D139D479-AEBD-394C-B724-057C0551DCF0}"/>
                </a:ext>
              </a:extLst>
            </p:cNvPr>
            <p:cNvCxnSpPr>
              <a:cxnSpLocks/>
            </p:cNvCxnSpPr>
            <p:nvPr/>
          </p:nvCxnSpPr>
          <p:spPr>
            <a:xfrm>
              <a:off x="658835" y="6536304"/>
              <a:ext cx="25635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8658EE80-4DFD-6C47-A71B-19FD17B655DC}"/>
                </a:ext>
              </a:extLst>
            </p:cNvPr>
            <p:cNvCxnSpPr>
              <a:cxnSpLocks/>
            </p:cNvCxnSpPr>
            <p:nvPr/>
          </p:nvCxnSpPr>
          <p:spPr>
            <a:xfrm>
              <a:off x="715560" y="5393040"/>
              <a:ext cx="2390711" cy="559501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75DB24DC-ED3B-8740-9198-4F16854B5067}"/>
                </a:ext>
              </a:extLst>
            </p:cNvPr>
            <p:cNvSpPr txBox="1"/>
            <p:nvPr/>
          </p:nvSpPr>
          <p:spPr>
            <a:xfrm>
              <a:off x="1568865" y="6554592"/>
              <a:ext cx="3834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Age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7DB7E285-8249-0045-985C-CB7204E3CC9C}"/>
                </a:ext>
              </a:extLst>
            </p:cNvPr>
            <p:cNvSpPr txBox="1"/>
            <p:nvPr/>
          </p:nvSpPr>
          <p:spPr>
            <a:xfrm rot="16200000">
              <a:off x="-98747" y="5692960"/>
              <a:ext cx="10486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Gene expression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2F53846-5765-FE4F-B2ED-156EC31B6E6A}"/>
                </a:ext>
              </a:extLst>
            </p:cNvPr>
            <p:cNvSpPr txBox="1"/>
            <p:nvPr/>
          </p:nvSpPr>
          <p:spPr>
            <a:xfrm>
              <a:off x="753589" y="5196778"/>
              <a:ext cx="65915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accent4"/>
                  </a:solidFill>
                </a:rPr>
                <a:t>ancestral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E9B1D8C8-2A44-6D40-9866-27D007F0003E}"/>
                </a:ext>
              </a:extLst>
            </p:cNvPr>
            <p:cNvSpPr txBox="1"/>
            <p:nvPr/>
          </p:nvSpPr>
          <p:spPr>
            <a:xfrm>
              <a:off x="787253" y="5832134"/>
              <a:ext cx="59182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7030A0"/>
                  </a:solidFill>
                </a:rPr>
                <a:t>evolved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4ECAFAE9-584F-FD4B-ACCE-A9376408B226}"/>
                </a:ext>
              </a:extLst>
            </p:cNvPr>
            <p:cNvCxnSpPr>
              <a:cxnSpLocks/>
            </p:cNvCxnSpPr>
            <p:nvPr/>
          </p:nvCxnSpPr>
          <p:spPr>
            <a:xfrm>
              <a:off x="715560" y="5406267"/>
              <a:ext cx="2390711" cy="1092549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8C1B667-28BD-8743-BA4A-A8672FFA231B}"/>
              </a:ext>
            </a:extLst>
          </p:cNvPr>
          <p:cNvGrpSpPr/>
          <p:nvPr/>
        </p:nvGrpSpPr>
        <p:grpSpPr>
          <a:xfrm>
            <a:off x="3833055" y="5100024"/>
            <a:ext cx="2919851" cy="1686221"/>
            <a:chOff x="302485" y="5114592"/>
            <a:chExt cx="2919851" cy="1686221"/>
          </a:xfrm>
        </p:grpSpPr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4AD9F8C3-DF21-0443-A1C7-3DAEDCB127F3}"/>
                </a:ext>
              </a:extLst>
            </p:cNvPr>
            <p:cNvCxnSpPr/>
            <p:nvPr/>
          </p:nvCxnSpPr>
          <p:spPr>
            <a:xfrm flipV="1">
              <a:off x="667979" y="5114592"/>
              <a:ext cx="0" cy="14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CC0AB473-98AD-AF40-B603-C89EC3FA7C2F}"/>
                </a:ext>
              </a:extLst>
            </p:cNvPr>
            <p:cNvCxnSpPr>
              <a:cxnSpLocks/>
            </p:cNvCxnSpPr>
            <p:nvPr/>
          </p:nvCxnSpPr>
          <p:spPr>
            <a:xfrm>
              <a:off x="658835" y="6536304"/>
              <a:ext cx="25635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F813F67-50DF-444A-A3F0-3840BEA2C073}"/>
                </a:ext>
              </a:extLst>
            </p:cNvPr>
            <p:cNvCxnSpPr>
              <a:cxnSpLocks/>
            </p:cNvCxnSpPr>
            <p:nvPr/>
          </p:nvCxnSpPr>
          <p:spPr>
            <a:xfrm>
              <a:off x="735106" y="5609665"/>
              <a:ext cx="2386853" cy="652183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5C828C04-1039-2943-B1D1-A1518C471F01}"/>
                </a:ext>
              </a:extLst>
            </p:cNvPr>
            <p:cNvSpPr txBox="1"/>
            <p:nvPr/>
          </p:nvSpPr>
          <p:spPr>
            <a:xfrm>
              <a:off x="1593249" y="6554592"/>
              <a:ext cx="3834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Age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EE9E3C42-5B0D-7A48-8566-0E07D900D171}"/>
                </a:ext>
              </a:extLst>
            </p:cNvPr>
            <p:cNvSpPr txBox="1"/>
            <p:nvPr/>
          </p:nvSpPr>
          <p:spPr>
            <a:xfrm rot="16200000">
              <a:off x="-98747" y="5692960"/>
              <a:ext cx="10486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Gene expression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A0E0B47D-4904-9246-8DE5-4D2B130477F4}"/>
                </a:ext>
              </a:extLst>
            </p:cNvPr>
            <p:cNvSpPr txBox="1"/>
            <p:nvPr/>
          </p:nvSpPr>
          <p:spPr>
            <a:xfrm>
              <a:off x="713248" y="5713683"/>
              <a:ext cx="65915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accent4"/>
                  </a:solidFill>
                </a:rPr>
                <a:t>ancestral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88E25071-DF5D-2B4C-8C15-BCDAF527E535}"/>
                </a:ext>
              </a:extLst>
            </p:cNvPr>
            <p:cNvSpPr txBox="1"/>
            <p:nvPr/>
          </p:nvSpPr>
          <p:spPr>
            <a:xfrm>
              <a:off x="746912" y="5260635"/>
              <a:ext cx="59182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7030A0"/>
                  </a:solidFill>
                </a:rPr>
                <a:t>evolved</a:t>
              </a:r>
            </a:p>
          </p:txBody>
        </p: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3C6A366-8A5B-D741-9538-6580D94999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560" y="5406267"/>
              <a:ext cx="2390711" cy="1092549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4" name="TextBox 303">
            <a:extLst>
              <a:ext uri="{FF2B5EF4-FFF2-40B4-BE49-F238E27FC236}">
                <a16:creationId xmlns:a16="http://schemas.microsoft.com/office/drawing/2014/main" id="{E98CA5A3-61CD-7647-AEE5-FEB2495B799D}"/>
              </a:ext>
            </a:extLst>
          </p:cNvPr>
          <p:cNvSpPr txBox="1"/>
          <p:nvPr/>
        </p:nvSpPr>
        <p:spPr>
          <a:xfrm>
            <a:off x="97536" y="109728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A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3BF4E3B-514C-154F-ACDD-5BA7AFBF012B}"/>
              </a:ext>
            </a:extLst>
          </p:cNvPr>
          <p:cNvSpPr txBox="1"/>
          <p:nvPr/>
        </p:nvSpPr>
        <p:spPr>
          <a:xfrm>
            <a:off x="3618220" y="109728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B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04B0108E-D49D-C244-97A5-CB8CE5235A59}"/>
              </a:ext>
            </a:extLst>
          </p:cNvPr>
          <p:cNvSpPr txBox="1"/>
          <p:nvPr/>
        </p:nvSpPr>
        <p:spPr>
          <a:xfrm>
            <a:off x="107154" y="2322576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C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01897D3C-3FF6-B841-BD80-F27F3C372FAF}"/>
              </a:ext>
            </a:extLst>
          </p:cNvPr>
          <p:cNvSpPr txBox="1"/>
          <p:nvPr/>
        </p:nvSpPr>
        <p:spPr>
          <a:xfrm>
            <a:off x="3611808" y="2322576"/>
            <a:ext cx="2648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D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C706BF3-51E4-934A-99B3-3CEDCF2EBAEE}"/>
              </a:ext>
            </a:extLst>
          </p:cNvPr>
          <p:cNvSpPr txBox="1"/>
          <p:nvPr/>
        </p:nvSpPr>
        <p:spPr>
          <a:xfrm>
            <a:off x="103145" y="4876800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E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E9B5D9B4-BA23-1A44-BE97-CE01D7712C4F}"/>
              </a:ext>
            </a:extLst>
          </p:cNvPr>
          <p:cNvSpPr txBox="1"/>
          <p:nvPr/>
        </p:nvSpPr>
        <p:spPr>
          <a:xfrm>
            <a:off x="3622227" y="4876799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94023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165</Words>
  <Application>Microsoft Macintosh PowerPoint</Application>
  <PresentationFormat>Custom</PresentationFormat>
  <Paragraphs>136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Sheng-Kai Hsu</dc:creator>
  <cp:lastModifiedBy>Sheng-Kai Hsu</cp:lastModifiedBy>
  <cp:revision>10</cp:revision>
  <dcterms:created xsi:type="dcterms:W3CDTF">2022-10-18T23:13:30Z</dcterms:created>
  <dcterms:modified xsi:type="dcterms:W3CDTF">2023-07-14T19:41:14Z</dcterms:modified>
</cp:coreProperties>
</file>